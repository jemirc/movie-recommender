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05544c2dd4d3b" /><Relationship Type="http://schemas.openxmlformats.org/officeDocument/2006/relationships/extended-properties" Target="/docProps/app.xml" Id="R0db05ae5289d4503" /><Relationship Type="http://schemas.openxmlformats.org/officeDocument/2006/relationships/officeDocument" Target="/ppt/presentation.xml" Id="Rc1452062c0c6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80856a4d054a63"/>
  </p:sldMasterIdLst>
  <p:notesMasterIdLst>
    <p:notesMasterId xmlns:r="http://schemas.openxmlformats.org/officeDocument/2006/relationships" r:id="Ra528e19f44084d3d"/>
  </p:notesMasterIdLst>
  <p:sldIdLst>
    <p:sldId xmlns:r="http://schemas.openxmlformats.org/officeDocument/2006/relationships" id="256" r:id="R1ef33b5d036a4e10"/>
    <p:sldId xmlns:r="http://schemas.openxmlformats.org/officeDocument/2006/relationships" id="257" r:id="R0c132cdace994a84"/>
    <p:sldId xmlns:r="http://schemas.openxmlformats.org/officeDocument/2006/relationships" id="258" r:id="Reda1a5518a87427c"/>
    <p:sldId xmlns:r="http://schemas.openxmlformats.org/officeDocument/2006/relationships" id="259" r:id="R6bef02bdd6624da8"/>
    <p:sldId xmlns:r="http://schemas.openxmlformats.org/officeDocument/2006/relationships" id="260" r:id="R9f33f44a9b824864"/>
    <p:sldId xmlns:r="http://schemas.openxmlformats.org/officeDocument/2006/relationships" id="261" r:id="R4b1917995230489e"/>
    <p:sldId xmlns:r="http://schemas.openxmlformats.org/officeDocument/2006/relationships" id="262" r:id="R8f072b5761b64fb8"/>
    <p:sldId xmlns:r="http://schemas.openxmlformats.org/officeDocument/2006/relationships" id="263" r:id="R56a23055e80b4137"/>
    <p:sldId xmlns:r="http://schemas.openxmlformats.org/officeDocument/2006/relationships" id="264" r:id="Rbb5b12732b354a90"/>
    <p:sldId xmlns:r="http://schemas.openxmlformats.org/officeDocument/2006/relationships" id="265" r:id="R4ef8eff867264e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00e97ca7a49f0" /><Relationship Type="http://schemas.openxmlformats.org/officeDocument/2006/relationships/slideMaster" Target="/ppt/slideMasters/slideMaster1.xml" Id="Rb880856a4d054a63" /><Relationship Type="http://schemas.openxmlformats.org/officeDocument/2006/relationships/notesMaster" Target="/ppt/notesMasters/notesMaster1.xml" Id="Ra528e19f44084d3d" /><Relationship Type="http://schemas.openxmlformats.org/officeDocument/2006/relationships/presProps" Target="/ppt/presProps.xml" Id="R4856b3a4a5d84b75" /><Relationship Type="http://schemas.openxmlformats.org/officeDocument/2006/relationships/viewProps" Target="/ppt/viewProps.xml" Id="Rcc6f47b4e58247ad" /><Relationship Type="http://schemas.openxmlformats.org/officeDocument/2006/relationships/tableStyles" Target="/ppt/tableStyles.xml" Id="Rc9af242dce28440b" /><Relationship Type="http://schemas.openxmlformats.org/officeDocument/2006/relationships/slide" Target="/ppt/slides/slide1.xml" Id="R1ef33b5d036a4e10" /><Relationship Type="http://schemas.openxmlformats.org/officeDocument/2006/relationships/slide" Target="/ppt/slides/slide2.xml" Id="R0c132cdace994a84" /><Relationship Type="http://schemas.openxmlformats.org/officeDocument/2006/relationships/slide" Target="/ppt/slides/slide3.xml" Id="Reda1a5518a87427c" /><Relationship Type="http://schemas.openxmlformats.org/officeDocument/2006/relationships/slide" Target="/ppt/slides/slide4.xml" Id="R6bef02bdd6624da8" /><Relationship Type="http://schemas.openxmlformats.org/officeDocument/2006/relationships/slide" Target="/ppt/slides/slide5.xml" Id="R9f33f44a9b824864" /><Relationship Type="http://schemas.openxmlformats.org/officeDocument/2006/relationships/slide" Target="/ppt/slides/slide6.xml" Id="R4b1917995230489e" /><Relationship Type="http://schemas.openxmlformats.org/officeDocument/2006/relationships/slide" Target="/ppt/slides/slide7.xml" Id="R8f072b5761b64fb8" /><Relationship Type="http://schemas.openxmlformats.org/officeDocument/2006/relationships/slide" Target="/ppt/slides/slide8.xml" Id="R56a23055e80b4137" /><Relationship Type="http://schemas.openxmlformats.org/officeDocument/2006/relationships/slide" Target="/ppt/slides/slide9.xml" Id="Rbb5b12732b354a90" /><Relationship Type="http://schemas.openxmlformats.org/officeDocument/2006/relationships/slide" Target="/ppt/slides/slide10.xml" Id="R4ef8eff86726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f08e3fa1b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b48df01fd14393" /><Relationship Type="http://schemas.openxmlformats.org/officeDocument/2006/relationships/notesMaster" Target="/ppt/notesMasters/notesMaster1.xml" Id="R2b5cf1d18cf9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9763e7ff7c4383" /><Relationship Type="http://schemas.openxmlformats.org/officeDocument/2006/relationships/notesMaster" Target="/ppt/notesMasters/notesMaster1.xml" Id="Rc6d68c907a33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a4e8e313aa40f2" /><Relationship Type="http://schemas.openxmlformats.org/officeDocument/2006/relationships/notesMaster" Target="/ppt/notesMasters/notesMaster1.xml" Id="R623ef7a0090b42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81956d96f4cbe" /><Relationship Type="http://schemas.openxmlformats.org/officeDocument/2006/relationships/notesMaster" Target="/ppt/notesMasters/notesMaster1.xml" Id="R0e2ff6685c2447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4a711ea154146" /><Relationship Type="http://schemas.openxmlformats.org/officeDocument/2006/relationships/notesMaster" Target="/ppt/notesMasters/notesMaster1.xml" Id="Rc0e68a1f465845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b3fcb15a684737" /><Relationship Type="http://schemas.openxmlformats.org/officeDocument/2006/relationships/notesMaster" Target="/ppt/notesMasters/notesMaster1.xml" Id="R7c7bfd45b09c4e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50db93c3344ccd" /><Relationship Type="http://schemas.openxmlformats.org/officeDocument/2006/relationships/notesMaster" Target="/ppt/notesMasters/notesMaster1.xml" Id="R6c02459fbf8047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0ce276858d45ae" /><Relationship Type="http://schemas.openxmlformats.org/officeDocument/2006/relationships/notesMaster" Target="/ppt/notesMasters/notesMaster1.xml" Id="R0439df7513aa48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a64cf3b454abf" /><Relationship Type="http://schemas.openxmlformats.org/officeDocument/2006/relationships/notesMaster" Target="/ppt/notesMasters/notesMaster1.xml" Id="R4d65c4d0752045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fb982625f942f2" /><Relationship Type="http://schemas.openxmlformats.org/officeDocument/2006/relationships/notesMaster" Target="/ppt/notesMasters/notesMaster1.xml" Id="R1402b7d3ca9d43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33d5d3ed449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59a4692ab4d2f" /><Relationship Type="http://schemas.openxmlformats.org/officeDocument/2006/relationships/slideLayout" Target="/ppt/slideLayouts/slideLayout1.xml" Id="Rea9b8ebb255f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b8ebb255f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890b5c9a4372" /><Relationship Type="http://schemas.openxmlformats.org/officeDocument/2006/relationships/notesSlide" Target="/ppt/notesSlides/notesSlide1.xml" Id="R07b8722076a343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bc29a35d4015" /><Relationship Type="http://schemas.openxmlformats.org/officeDocument/2006/relationships/notesSlide" Target="/ppt/notesSlides/notesSlide2.xml" Id="Rd28ac91e9d6549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4c7458b9144cd" /><Relationship Type="http://schemas.openxmlformats.org/officeDocument/2006/relationships/notesSlide" Target="/ppt/notesSlides/notesSlide3.xml" Id="R1889db7f69bb41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6c077f9204ff8" /><Relationship Type="http://schemas.openxmlformats.org/officeDocument/2006/relationships/notesSlide" Target="/ppt/notesSlides/notesSlide4.xml" Id="Re9154698ebb14b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be902c81a4f8d" /><Relationship Type="http://schemas.openxmlformats.org/officeDocument/2006/relationships/notesSlide" Target="/ppt/notesSlides/notesSlide5.xml" Id="R879246315e58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dfd48bdad444b" /><Relationship Type="http://schemas.openxmlformats.org/officeDocument/2006/relationships/notesSlide" Target="/ppt/notesSlides/notesSlide6.xml" Id="Rbf05578c9d8149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e5783943e4e53" /><Relationship Type="http://schemas.openxmlformats.org/officeDocument/2006/relationships/notesSlide" Target="/ppt/notesSlides/notesSlide7.xml" Id="R13291e1ef39e48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d369d0f8a40c0" /><Relationship Type="http://schemas.openxmlformats.org/officeDocument/2006/relationships/notesSlide" Target="/ppt/notesSlides/notesSlide8.xml" Id="R849698e6642642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6923144e0444d" /><Relationship Type="http://schemas.openxmlformats.org/officeDocument/2006/relationships/notesSlide" Target="/ppt/notesSlides/notesSlide9.xml" Id="R14650b67e7e945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8b30d9e834278" /><Relationship Type="http://schemas.openxmlformats.org/officeDocument/2006/relationships/notesSlide" Target="/ppt/notesSlides/notesSlide10.xml" Id="R4c1b284313d24d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C6BA9-49D8-46C2-BC29-F6B48A36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6A3A2-F2A2-4B51-AF1A-B3B4FCB8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C5944-C3D2-446B-840F-EC91B59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D7DED-8D71-40F2-8313-E11C022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FINAL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5C033-8095-4867-915F-ADB0C604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8105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Movie Recommender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7523A-AC99-454C-91E1-1B3A4097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2390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CSV 평점 데이터로 사용자 간 유사도를 계산하고, 장르 필터와 통계까지 확장한 C++17 콘솔 추천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57725-7E27-432D-84A7-E63A15BF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5240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E99DA-0F73-4DEE-9FFF-D0AAF897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2192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25D1A-195E-48DB-8AC9-1492047A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movies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06FBC-14B2-4D7F-809E-F266A9E4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15240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0E878-1716-409F-88D3-05CFA50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81375"/>
            <a:ext cx="12192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7384B-1EFC-455C-A42E-E088F12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62375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C9B6E-B4D2-40A4-ACBD-48DFDCB3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38500"/>
            <a:ext cx="15240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>
            <a:solidFill>
              <a:srgbClr val="3451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C3DBE-8BDF-4776-9B8F-8FC4DF60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81375"/>
            <a:ext cx="12192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93942-55BC-42A9-8D56-1F83110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ratings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77FE9-E6B6-4E2C-A322-06C229CD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1714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EB66D-3748-4B0C-B8AD-7A14E13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81375"/>
            <a:ext cx="14097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4.36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81CC8-9E5C-451B-9F60-3433C6D8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62375"/>
            <a:ext cx="1409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avg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6AEDD-761B-4834-AA05-77B79B2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47750"/>
            <a:ext cx="2857500" cy="409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23F"/>
          </a:solidFill>
          <a:ln xmlns:a="http://schemas.openxmlformats.org/drawingml/2006/main">
            <a:solidFill>
              <a:srgbClr val="3154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9CDC8-0B22-430A-9B71-5527989C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81125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핵심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559A6-3837-4049-8F3E-3E05DF11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2209800" cy="1809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1. 객체지향 클래스 구조</a:t>
            </a:r>
          </a:p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2. 사용자 기반 추천 알고리즘</a:t>
            </a:r>
          </a:p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3. 장르 필터 + 통계 + UI 개선</a:t>
            </a:r>
          </a:p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4. 파일 I/O와 예외 처리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02AA8-482F-47C0-B268-90938531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Jaemin Lee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4CE16-BACB-48D6-9B09-6AB84090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986F2-C17D-4A63-8D7E-604BA0E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687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B46C36-0499-4DFF-84B7-52BB7847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A1A3A-2240-4000-969F-66EDB618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1E62B-F993-4EF4-8D0E-4E59F93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8891A-7C8F-489B-8F74-EED0CC06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8F32-E33B-47D4-9B8A-BAA40805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M3 추천 시스템 위에 M4 확장 기능을 얹었습니다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10110-D1D6-48FA-B172-FD9A27B5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096500" cy="3143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B273D-736A-4F11-9807-D279B1B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6001F-BCE0-4D83-BCA6-A72A2674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CORE CLASSES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79A1A-A11F-45B3-99E8-466A905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WHAT IT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95A4F-08E9-4B50-BCB9-A636FDFE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1F278-A191-4EFD-A3C2-DBBFEA9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F8AC3-DCBA-458C-9125-D5067AD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32385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Movie / User / 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AB6FD-09C8-4B45-BD7B-D8806454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CSV load-save, 예외 처리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B12EB-025D-4208-BD87-5DF9154D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>
            <a:solidFill>
              <a:srgbClr val="E6DE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EB7BC-BA11-4EEC-8EA7-392CA4AD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FAE8D-ACBA-47C8-8BA5-07A98471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32385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MovieManager / UserManager / RatingManager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EB729-9B01-429F-B367-0B14EAA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검색, 추가, 평점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11D7C-137E-48F8-98AF-1422318F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>
            <a:solidFill>
              <a:srgbClr val="E6DED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1574F-3010-4C53-84FB-0085307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추천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692A6-5667-4AC1-A17B-665B74F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32385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SimilarityCalculator / Recommender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1B97E-84C8-43B7-954F-A2034961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유사 사용자 기반 Top 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4642C-111F-401C-9E86-A490E80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>
            <a:solidFill>
              <a:srgbClr val="E6DED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63255-561E-4004-8BE6-E0BE3E1F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648F9-69FC-434C-ACC7-BECC1EB9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32385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Genre Filter / Statistics /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CB053-22D3-44BE-A23D-0BD09297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발표 시연용 차별점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FF06F-16E8-4E45-B670-B786E70A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0965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A972D-CF7E-461E-BFCC-3FB2F2FD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9525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줄 요약: 사용자의 과거 평점 패턴을 비교해 아직 보지 않은 영화를 추천하고, 발표용 확장 기능으로 결과를 좁히고 해석합니다.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40D85-58F6-4734-82B7-76400B1D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634C7-622E-4FFA-8C7B-67A8058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89216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E2E478-C3A4-4879-B2FC-9595B8FE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CD6BE-2437-44AD-B41E-D26B30E8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7CE73-88FE-4E7D-8335-DFFC7F0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93C44-AA12-4CEA-95AC-ECAD0330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9D276-9ACE-4788-9C05-6EAD91DB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입출력, 데이터 관리, 추천 계산을 분리했습니다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84AE5-4431-4C1E-9D0D-782CDC91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002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9BEC5-18D7-43C4-8AA0-DBE69783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695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main.cpp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FB8EE-2FD9-40DC-9965-515D57E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695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2EE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E2EEEC"/>
                </a:solidFill>
                <a:latin typeface="Apple SD Gothic Neo"/>
                <a:ea typeface="Apple SD Gothic Neo"/>
                <a:cs typeface="Apple SD Gothic Neo"/>
              </a:rPr>
              <a:t>load -&gt; menu -&gt; save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91748-60ED-4846-BD59-8541FC3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76400"/>
            <a:ext cx="22860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D82AE-B481-4014-8267-52A621C8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0225"/>
            <a:ext cx="1981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DisplayManager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BCEA4-70CA-4D45-83C6-E665304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76450"/>
            <a:ext cx="19812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2EE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E2EEEC"/>
                </a:solidFill>
                <a:latin typeface="Apple SD Gothic Neo"/>
                <a:ea typeface="Apple SD Gothic Neo"/>
                <a:cs typeface="Apple SD Gothic Neo"/>
              </a:rPr>
              <a:t>콘솔 입력/출력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06C77-5C0B-4533-9390-E1A2AB7B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2860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E46AC-E283-4118-9704-E31C1B1A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67075"/>
            <a:ext cx="1981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MovieManager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B99D1-24BF-4CD2-853D-958F5B4C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19812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검색 · 장르 · 통계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12581-D975-41AC-B36A-50593326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2860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9CBB1-0EF7-4274-B5FC-07970CBD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981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UserManager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7DBC7-D9BF-4B7E-BE07-98C6D472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43300"/>
            <a:ext cx="19812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사용자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A477B-DB13-4EB2-BF12-BBF72684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2860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1485E-8414-4D73-A021-3BBE6DD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1981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RatingManager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07BDF-1806-42CA-99B1-68EC116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9812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평점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6B37B-B553-4B85-9935-3BD091A9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24765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4B6C5-9E0F-4281-B9C6-F482B35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0225"/>
            <a:ext cx="2171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Recommender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110C0-D7E1-4E85-9B94-C1DB3F9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21717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2EE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E2EEEC"/>
                </a:solidFill>
                <a:latin typeface="Apple SD Gothic Neo"/>
                <a:ea typeface="Apple SD Gothic Neo"/>
                <a:cs typeface="Apple SD Gothic Neo"/>
              </a:rPr>
              <a:t>후보 점수 · Top 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4E2B1-59B8-427B-82F6-98024DB2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8575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0B2D9-316A-4A90-8BC4-2CFA1464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95825"/>
            <a:ext cx="2552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SimilarityCalculator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8C365-39CF-4A87-B801-3C967BB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25527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공통 영화 · 평점 차이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04602-817F-4A6E-ACDC-4F9C278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685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FBEEC-CEE1-4174-A6DE-8415368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695450" cy="590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6F817-2BB3-4391-861B-E5B4F46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3144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movie.csv</a:t>
            </a:r>
          </a:p>
          <a:p xmlns:a="http://schemas.openxmlformats.org/drawingml/2006/main">
            <a:pPr algn="l">
              <a:defRPr sz="9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user.csv</a:t>
            </a:r>
          </a:p>
          <a:p xmlns:a="http://schemas.openxmlformats.org/drawingml/2006/main">
            <a:pPr algn="l">
              <a:defRPr sz="9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rating.csv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5B23CE-9646-49C6-99BC-E8059A7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95476-9DA6-47FC-ABBA-4E0B91D0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571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menu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32101-5E4E-4945-BD5A-529ADB16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28825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E8BA5-75F5-42F0-BFFF-9F48B8E2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1047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recommend()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3F0863-2830-461B-8D02-300F3BBF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B8289-7C12-411C-8A37-5BDD04F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manager data access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851213-8CC4-4C89-9ABC-1471A2A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38400"/>
            <a:ext cx="285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0A233E-CDCB-4DA8-99AE-7989B3B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similarity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AEDA76-C8E9-4BEA-B033-D1780282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DEPENDENCY DIRECTION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927CA5-778A-4C9A-B21A-9DA48B43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838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화면 흐름은 DisplayManager가 맡고, 추천 계산은 Recommender와 SimilarityCalculator로 격리했습니다.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F4A82-5370-4DB7-A93D-DBED3071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D7764D-F76C-4F78-A1DA-2B5ECF32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92029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FFDDA-3E27-417C-A8CC-AA9B446F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7B788-69FF-4F92-9904-DD803BF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553A7-238D-4D48-8AC9-A1BBFCAD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FCC95-1D72-4946-94AE-F793FA5C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RECOMMENDATION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9F017-63C5-4FD2-A6B0-6BC44C7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추천은 공통 영화 수와 평점 차이로 유사도를 만듭니다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FC60A-307E-4197-AB79-C17C892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714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9B267-E2E9-4B76-87ED-7C9D215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EA6AF-6A59-4CB1-89D4-5CAD8EBA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1028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내 평점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1E177-4EFB-43A8-B3F0-BC5DDA0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333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userId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3CFDF-0371-426F-94A6-DF25E09C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19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4F6C8-3FE6-4C12-B93F-20B1371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1714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663ED-A1CC-428B-8BEB-ABE2E13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B9CF4-E5AD-45F7-8DAA-D06F069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1028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다른 사용자와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CCA8D-11D2-4FCB-A0C2-066E9AD0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33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공통 영화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D09B9-7977-459E-9439-110DDFC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861D0-9E8B-415E-AB38-89CEB5E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05000"/>
            <a:ext cx="1714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69A41-DC8C-4481-A0A5-9FEE8AF0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574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14BE0-2A48-4EEB-A356-61A3B502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1028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유사도 계산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1E24F-A37F-4EFF-B1EA-1DBD9731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14600"/>
            <a:ext cx="1333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common * 10 - diff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6E247-82EE-4E81-BA69-D25DF97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CFCD1-AE72-40A1-B157-75904709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05000"/>
            <a:ext cx="1714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B58E7-A638-48F8-8C18-86F7EC95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574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9CEA1-2FAE-4F1B-AE1F-BD716475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76450"/>
            <a:ext cx="1028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후보 점수 누적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3FB89-30BC-48BC-A456-0107BF6D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14600"/>
            <a:ext cx="1333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rating * similarity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F1358-8DF9-49BA-9000-5D85CFDE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2BE42-08BF-4FEB-87A2-75E85A3B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1714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719BA-4925-458F-8AD6-862EAD62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574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9BCDF-70B9-426F-96F2-AB37E304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028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Top N 정렬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1B63D-9EFD-4063-B8E5-BCF367A8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333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score desc, id asc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CD4F0-3A8C-4053-9FC8-7C584F8D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953000" cy="1257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20921-9808-4884-ADA9-88868B1F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476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similarity = commonMovieCount * 10 - scoreDiffSum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658F1-0EBC-4249-9646-AA2CAE93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44767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recommendScore[movieId] += otherUserRating * similarity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21BE03-ED2D-43C9-B33D-A4F4F362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1381125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2F6FC7-97FF-429A-97B5-DD281B4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3325"/>
            <a:ext cx="1076325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3FD85F-247D-4166-A679-B639AA1A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24325"/>
            <a:ext cx="10763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demo user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DA6272-49DE-4262-B565-E237033E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095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72B513-E4D1-4638-BEC3-E513207D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43325"/>
            <a:ext cx="17907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474.75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285DB-B3D8-4C8C-9610-32A1A473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top result score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E4E098-CB33-4FCF-828B-337A3545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00450"/>
            <a:ext cx="11430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83CC64-4BDE-4D26-8DC4-6CEB5F58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743325"/>
            <a:ext cx="8382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961B2-413A-4714-B9E3-CA4C0767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124325"/>
            <a:ext cx="838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default Top 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C14940-A851-4100-AD8E-3C4DB547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810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발표 포인트: 계산식이 단순해서 Q&amp;A에서 설명하기 쉽고, STL sort/lambda로 결과 정렬 기준도 명확합니다.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E2814D-3F0F-4363-8DEF-88916ED0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5B3215-8D22-47B9-BB83-6B23E9E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42320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389C4-5C96-4F54-89B3-25B345A8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65D7F-2158-45E4-A72F-9A5F3BF7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932F4-C398-4D02-87F9-0D0A743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47660-12C6-44FD-A7F0-73302DD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9DDAE-B67E-455D-8FD6-098A23CF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입력값을 고정해 시연 리스크를 낮췄습니다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C42A9-492E-41E9-8DD1-2BB521C2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D1310-76E7-4583-B4B2-222C9F1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RUNBOOK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05546-8481-4F50-84C4-A660F566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6858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15418-8126-48BF-85BF-E0D727B7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24AED-0C5B-46BE-99F0-3F49FFF9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사용자별 영화 추천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23C70-7BCE-4B99-B914-6FC73F63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사용자 ID 1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E3C4B-F7E3-4088-992E-2891D7B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F96EC-1381-47EF-86C0-F98ED70F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6858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60F8D-08D0-47DD-9C4C-421F9CFF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FE6D8-D1ED-44E8-ACD7-C7D10A1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956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장르 필터 추천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67B41-55F0-4066-9831-B6AFA53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사용자 ID 1, 장르 액션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241B7-92A1-4F93-A374-C822323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569B3-BC58-49B3-AC1A-1C60D0C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858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EFE7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FB41D-B829-4517-A9AD-E82CD98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11-1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EA0ED-A7EA-436C-972A-F753D854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480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전체 평균 평점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C53CB-7789-4258-AABF-068540D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4.36 / 80건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C0B8C-B3AF-455D-A085-28F71A7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C2B6A-1324-4E6D-B668-7B381731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6858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EFE7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AEFE4-3828-4DA4-B810-2B85EC4C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11-2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CF608-EC68-4DDC-AE7D-629ABA48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005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장르별 통계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2EA47-D798-4709-942A-6ADB78C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인기 장르 드라마 18건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C6AD2-3312-47D7-AB5B-6684DCE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E711A-C0D8-4E43-95B9-86A1A0A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6858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EFE7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7BFCC-9C3D-4B7A-B4E9-B80EB3AF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11-3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B1B6B-C1DF-45B4-8FE8-A3DA7A0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529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Top 5 영화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F52CB-BAE9-450B-9B7F-2B160B64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듄, 서울의 봄, 범죄도시...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3433D-0DD5-497C-A392-4DE5DC7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71650"/>
            <a:ext cx="2857500" cy="3219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5C5608-F5DA-498F-BED8-ECE80923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그대로 입력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9D19B5-DDE6-4836-B539-185890C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1143000" cy="2095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9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1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10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1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액션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11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1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2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3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5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0</a:t>
            </a:r>
          </a:p>
          <a:p xmlns:a="http://schemas.openxmlformats.org/drawingml/2006/main">
            <a:pPr algn="l">
              <a:defRPr sz="1425" b="0">
                <a:solidFill>
                  <a:srgbClr val="E2EE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2EEEC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D9F2B9-19CA-4A98-91E7-4A1884F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8096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원본 CSV 보호를 위해 추가/수정 테스트는 임시 복사본에서 리허설했습니다.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01DED-370C-4041-A3D3-FC94BB7A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189B3A-2DDE-4813-8471-6D7EEE95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9722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13684-2014-4215-992C-D795A610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9958B-19E5-40BB-B866-B549542B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D8D67-0532-4E2E-93BA-C35D1B84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163A6-E8BA-43F4-A375-EA0CA05D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EXTENSIONS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F5CE1-DE03-4DDC-9D0F-645A1D0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M4 확장 기능은 추천 결과를 좁히고 해석하게 만듭니다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54AB0-05A4-4097-B909-1E58DC10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3333750" cy="30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C569E-36A3-42E1-A77F-B739B3C4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장르 필터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2F0BC-D3CE-4C3E-93E6-58421CBA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4765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사용자 1번에게 추천하되</a:t>
            </a:r>
          </a:p>
          <a:p xmlns:a="http://schemas.openxmlformats.org/drawingml/2006/main">
            <a:pPr algn="l">
              <a:def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액션 장르만 남겨 시연합니다.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E2816-8690-41B3-B4F7-FD8301D9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3825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FA6FA-48F7-40FA-AD65-1CCB1425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9334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9A21B-2056-474F-8D56-604396A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933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action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5ABE3-B86D-4E10-935E-C6BD6B60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19500"/>
            <a:ext cx="123825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B8F79-88C4-431E-B998-08E36CCD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62375"/>
            <a:ext cx="9334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암살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9EB81-50C9-4989-8F7C-56D234A2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43375"/>
            <a:ext cx="933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first action pick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166AF-5197-43C0-99AE-78C8B0FF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71650"/>
            <a:ext cx="3333750" cy="30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13A8D-CC9F-41E5-AD2A-83031605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통계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E63D0-5E24-44AE-8626-1536610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257175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평점 데이터를 전체 평균,</a:t>
            </a:r>
          </a:p>
          <a:p xmlns:a="http://schemas.openxmlformats.org/drawingml/2006/main">
            <a:pPr algn="l">
              <a:def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장르별 평균, Top N으로 요약합니다.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B0449-F900-46D0-88CC-6C2FAAD1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19500"/>
            <a:ext cx="13335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726C8-C292-4E2F-8830-BF59005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2375"/>
            <a:ext cx="10287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4.36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4CDF9-2583-4339-88C6-B3054BC9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1028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avg rating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9F119-7375-4362-9B07-DC5B4E3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123825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2EBF3-7D10-416C-937D-4A600C0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2375"/>
            <a:ext cx="9334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드라마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0D707-D888-41D7-BAD7-7B9FA077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43375"/>
            <a:ext cx="933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popular genre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34B530-8876-47A2-9579-F42ADFE0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333750" cy="30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79C74-68AE-4D5A-B99B-B5C1E7C8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UI/UX 개선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0F5C0-0BF5-4C98-B32F-E8DB0959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57175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데이터 수, 섹션 제목,</a:t>
            </a:r>
          </a:p>
          <a:p xmlns:a="http://schemas.openxmlformats.org/drawingml/2006/main">
            <a:pPr algn="l">
              <a:def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장르 목록, 점수 포맷을 정리했습니다.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2B5B2-3611-4373-93C7-CD162B7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19500"/>
            <a:ext cx="161925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847"/>
          </a:solidFill>
          <a:ln xmlns:a="http://schemas.openxmlformats.org/drawingml/2006/main">
            <a:solidFill>
              <a:srgbClr val="18384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FAF9E-7B01-472E-9F12-88A2EF05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62375"/>
            <a:ext cx="13144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20/10/80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000C0-999C-4C83-B9AE-519DD11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43375"/>
            <a:ext cx="1314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visible counts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CCFA1-EF60-44C1-9FD6-A93720C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0"/>
            <a:ext cx="104775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287A8E-A62C-4981-8446-7C02F5C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62375"/>
            <a:ext cx="7429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0.00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D2F7C-FD55-48D2-B8A6-73D2606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8E2E1"/>
                </a:solidFill>
                <a:latin typeface="Apple SD Gothic Neo"/>
                <a:ea typeface="Apple SD Gothic Neo"/>
                <a:cs typeface="Apple SD Gothic Neo"/>
              </a:rPr>
              <a:t>score format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8F27D-9D86-4428-859B-EAB8FFC0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9810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발표 차별점: 추천 결과를 그냥 출력하는 데서 끝나지 않고, 장르와 통계로 설명 가능한 결과를 만듭니다.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6F174F-7426-4B75-8F6A-2B7ADB42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17D4B-A61A-42B7-9F80-539779B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09226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E3FBC-7F78-4C9E-97E2-3BE51D4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6AF15-1CEA-4497-BA41-58CC0018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DC99B-D6F0-414A-B869-0F3EB0F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86CDB-C904-42B6-9872-62602EF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QUALITY &amp; RELIABILITY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0167B-DE6F-47F7-BCF1-BE1A98A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발표 전 검증은 기능, 예외, 메모리까지 확인했습니다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93CFC-CC6B-4D84-BC8B-71927949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239000" cy="3390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AFA68-B6F3-436B-8C56-A0439EEF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92380-B8CC-45A8-9FF8-F2A9F898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6939-EB60-4713-8E25-175391D1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C9D5D-9D15-4667-8AB5-87985A7C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2E932-0832-4574-B92F-F5396065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619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5783D-5A86-4645-8B9C-15ADD3A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make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7A1B6-D05D-4F65-A113-35BE3BF7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24125"/>
            <a:ext cx="112395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DA5C8-8AFB-4505-83EC-6BE9D556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62225"/>
            <a:ext cx="11239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A4AD3-F9C0-41B1-856B-02B7766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619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Full rehearsal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28AD3-0B99-4591-8D2C-51CF43C9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2895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메뉴 1-11 임시 데이터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A3CD9-51F8-4195-858D-3DD8F873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0375"/>
            <a:ext cx="112395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797A5-D9D8-4ABD-8321-4DF10D7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38475"/>
            <a:ext cx="11239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exit=0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294A6-40F0-4FB4-B74F-9DAB99C6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619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Missing 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D31C8-9E56-462B-A63F-9F9B4515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movie.csv 누락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92BF6-F680-49E1-9B0D-0882226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76625"/>
            <a:ext cx="112395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BE142-8AF6-4114-9143-13271E02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14725"/>
            <a:ext cx="11239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exit=1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64CCA-1121-40F9-998B-0E9602E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619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Broken CSV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31EC1-48F2-4EF1-A482-F14C1097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손상 라인 건너뜀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5719B-76B2-45BA-826C-DB9FCD2D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52875"/>
            <a:ext cx="112395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38FDF-F08E-4C5C-ABF3-9B61C82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90975"/>
            <a:ext cx="11239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 계속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27FF5-B5A0-4D42-B8D2-EDBD404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619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Memory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92413-5F32-47EF-9847-15E4228D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5770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leaks --atExit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281A3-94F4-4A99-A0B8-9B0DD7E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112395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ACC644-8F8B-4E22-9868-AA7B8FE3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67225"/>
            <a:ext cx="11239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 leaks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7397F-F218-4CBB-920B-F3217009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381250" cy="2724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B2E671-6A5B-4C28-AA83-D30AF8B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18097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코드 품질 포인트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471845-0A2A-4675-A498-3DD8638F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1809750" cy="1428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함수 분리</a:t>
            </a:r>
          </a:p>
          <a:p xmlns:a="http://schemas.openxmlformats.org/drawingml/2006/main">
            <a:pPr algn="l">
              <a:def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const correctness</a:t>
            </a:r>
          </a:p>
          <a:p xmlns:a="http://schemas.openxmlformats.org/drawingml/2006/main">
            <a:pPr algn="l">
              <a:def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STL 알고리즘</a:t>
            </a:r>
          </a:p>
          <a:p xmlns:a="http://schemas.openxmlformats.org/drawingml/2006/main">
            <a:pPr algn="l">
              <a:def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try-catch</a:t>
            </a:r>
          </a:p>
          <a:p xmlns:a="http://schemas.openxmlformats.org/drawingml/2006/main">
            <a:pPr algn="l">
              <a:def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unique_ptr</a:t>
            </a:r>
          </a:p>
          <a:p xmlns:a="http://schemas.openxmlformats.org/drawingml/2006/main">
            <a:pPr algn="l">
              <a:def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직접 new/delete 없음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AD0D0E-DB58-44D7-874E-6AC6D558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933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검증 결과는 docs/code-review.md와 final-checklist.md에 정리했습니다.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EAC8A4-5B63-4C96-861A-7DBDAD71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C45CC-974D-4850-8389-0F31C9E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41491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74D0F-E8CD-4BA3-B086-DA682353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6B22-EE9B-4CE4-A81B-D0160731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40713-B2F5-47A8-A14D-5F4DEF83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A24E9-5EDC-4119-9C94-9188386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TECHNICAL CHALLENGES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B94DD-0954-4453-9DDF-814E84DA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어려웠던 부분은 안전성, 예외, 유지보수성이었습니다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F6514-88EB-4D3E-99E4-5E937A9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190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35BE5-58B3-4BCD-8B35-BEA5111B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19275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포인터 안정성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B62AC-1149-4A29-AD2D-7133A8CD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32385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F7EA2-5A07-4949-AF32-0448C67F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81175"/>
            <a:ext cx="27813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vector 재배치로 Movie 주소가 바뀔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B5203-F4A9-4A01-A7EA-E01CD864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19250"/>
            <a:ext cx="3714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5E081-0EDC-46ED-A863-E58CE5C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81175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unique_ptr&lt;Movie&gt;로 객체 주소 안정성 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F5CA2-F93C-46BB-B1B9-15B72C47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A0B52-29B3-45DE-AB59-63D74E6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6223F-8276-45B3-AB8C-DE5F48E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190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FB3E2-A463-4144-8FD8-6C8A03D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CSV 손상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AF2FB-A599-47D8-9194-95276766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32385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F6980-E23F-42CC-8DAF-9324FF02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9875"/>
            <a:ext cx="27813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한 줄 오류로 전체 로딩이 멈출 수 있음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4EC8D-1F7D-4A28-B4EA-A4BC87B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3714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6CFD7-A624-419D-B3D9-0F72297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줄 번호와 함께 손상 라인만 건너뜀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FC37C-1F08-4DE2-BF37-F52181B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F020F-40D4-4C84-9B05-E6AB5D6A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F0794-2F6F-457D-8602-5709F51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190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A50A7-D510-4F22-98D0-6368B3F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추천 로직 복잡도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60C84-B237-4D86-8639-A4D6583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32385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8B597-6747-4418-99DC-469A50C9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38575"/>
            <a:ext cx="27813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유사도, 후보 점수, 정렬이 한 함수에 몰릴 수 있음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C338E-02E2-4C1A-9D30-7AAF675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76650"/>
            <a:ext cx="3714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27E62-5A80-4BF6-8FDA-06323C4C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38575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Recommender helper 함수로 단계 분리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8132A-8F68-4C4D-9A97-9211B4AF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1049F-4834-4DC2-BFFD-0D682CA7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F0E4A-84AD-4628-AF58-43FBB369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190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A73F1-112D-4D00-9B87-1940F7AE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UI 시연성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114F73-11E1-4F8D-9CC0-C990E59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323850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4522AF-F4F0-4E21-967A-5028FD33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67275"/>
            <a:ext cx="27813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결과 숫자가 길고 메뉴 상태가 잘 안 보임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38557C-14A1-4C92-B7C2-E92F5E4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714750" cy="72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00716C-4269-47B3-9E73-3DE4F226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67275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데이터 수 표시, 점수 2자리, 장르 힌트 추가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5B4DD1-59FA-4098-BEAC-8BA59AD2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738245-52CF-45E1-A521-4F0FBF7E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B53271-7929-4B1D-97B5-7D3960A1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9715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발표 멘트: 기능을 추가하는 것보다, 기존 기능을 깨지 않게 작게 나누고 검증하는 흐름을 유지한 것이 핵심입니다.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295136-6BB7-4566-801A-1F8639A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71AD2-68C9-4BA8-BA5F-5C0C33E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45287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60A1E-D1C5-48B3-8B64-1D70C24D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28A95-267D-401F-B81D-F7B43589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F35C2-C36A-4010-BBB1-D092F82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97F29-F1CF-4148-98F4-56732E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FINAL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8751-603F-4790-9174-D10578F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코드, 문서, 시연 흐름은 발표 가능한 상태로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B307E-FB37-4796-B5D1-7270CF5E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668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E4469-8275-4D3A-A042-23C8567C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0096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439DB-6B19-4A34-A5BE-BB716A92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81150"/>
            <a:ext cx="75247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43D04-2D0C-44ED-87C8-452404B4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기능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A7CD9-894C-481D-A1D5-CC09361C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5219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전체 메뉴 리허설, 파일 I/O, 추천 알고리즘, 손상 CSV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3FC9B-0876-4718-9969-1D8452B6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668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8CF86-8B52-4FF4-AE63-7A970F3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096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1DB0C-631B-4AC3-9504-8BBC2B6C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75247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64F5F-63F5-4ABC-B6D2-45C754C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5270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확장 기능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E86A1-8D0C-48E9-AC5C-45EEEDD0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5219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장르 필터 추천, 통계 기능, 콘솔 UI/UX 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ACA11-E736-4D51-8B47-936A831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4668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FB8EC-C07E-44E0-9929-B9BC5A53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096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1B9E5-6E76-4D12-A5B9-6740DBF4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75247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96597-E26B-4EE3-9B33-A0A5310F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2900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코드 품질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D7A91-BAC2-4D1D-9CCE-6AA08B99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5219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추천 입력 흐름 분리, 긴 main 함수 분리, 메모리 누수 점검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3A65F-233D-4178-9D22-66532E0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4668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>
            <a:solidFill>
              <a:srgbClr val="2E7D5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B3A5A-2996-431C-B60A-AB5BC917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96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A2E1B-9CA4-4E33-A314-A0BEF07B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752475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24C48-4875-4466-B603-623E6119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1524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발표 산출물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BDB9E-7B74-46D4-898D-43F14FE1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5219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README, 발표 구성안, 시연 시나리오, 예상 Q&amp;A, PPTX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7F03E-1AC6-406D-9A30-437C634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>
            <a:solidFill>
              <a:srgbClr val="C9BDA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40801-0587-4DA1-A127-84EF8412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000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242F"/>
                </a:solidFill>
                <a:latin typeface="Apple SD Gothic Neo"/>
                <a:ea typeface="Apple SD Gothic Neo"/>
                <a:cs typeface="Apple SD Gothic Neo"/>
              </a:rPr>
              <a:t>발표 직전 사용자가 직접 확인할 항목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6956D-BE3D-4D7C-9B4F-9099783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17B49"/>
                </a:solidFill>
                <a:latin typeface="Apple SD Gothic Neo"/>
                <a:ea typeface="Apple SD Gothic Neo"/>
                <a:cs typeface="Apple SD Gothic Neo"/>
              </a:rPr>
              <a:t>시연 영상 녹화 · 다른 노트북 실행 확인 · USB/클라우드 백업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70F70-C553-4F68-AE12-CA35C18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29250"/>
            <a:ext cx="1714500" cy="800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F792A1-9038-4677-975F-3388AF9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9750"/>
            <a:ext cx="12192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D0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BFD0CE"/>
                </a:solidFill>
                <a:latin typeface="Apple SD Gothic Neo"/>
                <a:ea typeface="Apple SD Gothic Neo"/>
                <a:cs typeface="Apple SD Gothic Neo"/>
              </a:rPr>
              <a:t>마지막 커맨드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08833-DC4D-43CA-81CA-D8B4199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48350"/>
            <a:ext cx="114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git status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make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4D559-1CBD-499D-BC8B-D4C0E034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D36AEE-D5C0-4502-9140-53896298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62783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9B6C9-12E2-4111-B5DA-A85DF792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F"/>
          </a:solidFill>
          <a:ln xmlns:a="http://schemas.openxmlformats.org/drawingml/2006/main">
            <a:solidFill>
              <a:srgbClr val="10242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3E93-720D-435A-9A3A-8BA5E91B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>
            <a:solidFill>
              <a:srgbClr val="2F7D7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AFC1F-3FFC-4AC6-8870-6AEF9A38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4572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939CF-D417-458C-ACD2-9E9AB61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"/>
            <a:ext cx="5143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55AD0-6B39-4945-B800-6CA18B5B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질문은 설계, 알고리즘, 확장성 순서로 답변하겠습니다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D41C5-8316-483A-B391-839FD4AE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9085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23F"/>
          </a:solidFill>
          <a:ln xmlns:a="http://schemas.openxmlformats.org/drawingml/2006/main">
            <a:solidFill>
              <a:srgbClr val="3154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D2D2D-0A9A-45F1-B8A2-29A058B7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495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객체지향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BF161-D815-4618-A65C-1DFB191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83D74-33B6-46DC-95E3-6F277A6B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4955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private 멤버 변수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getter/setter 사용 이유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각 Manager 클래스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5F98A-94B6-4016-BC71-C24E639F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299085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4954"/>
          </a:solidFill>
          <a:ln xmlns:a="http://schemas.openxmlformats.org/drawingml/2006/main">
            <a:solidFill>
              <a:srgbClr val="31546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7846F-7557-4E77-96B7-A1573CBC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495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C++ / STL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A010F-F99A-4744-BBA4-D830BBA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45A19-DEC8-4817-8207-298C576F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4955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vector 선택 이유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map과 unordered_map 차이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람다와 STL 알고리즘 활용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0D972-E69E-4067-9A86-100A91D0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299085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23F"/>
          </a:solidFill>
          <a:ln xmlns:a="http://schemas.openxmlformats.org/drawingml/2006/main">
            <a:solidFill>
              <a:srgbClr val="3154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21F95-C7AD-4C34-93A1-9C4920B3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495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추천 알고리즘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1D8DA-6036-414D-809C-580D9D58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DF339-8B22-4184-AB96-04511B32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24955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유사도 계산 방식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추천 점수 정렬 방식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협업 필터링 선택 이유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6DC07-994F-41AF-BD00-975107F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76225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4954"/>
          </a:solidFill>
          <a:ln xmlns:a="http://schemas.openxmlformats.org/drawingml/2006/main">
            <a:solidFill>
              <a:srgbClr val="3154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138C3-BED0-453C-90BD-99CB6A0C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22669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안전성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C9465-7EE6-49E7-8A2B-86DFDA4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BA12E-C18E-45ED-8A2D-B7100218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22669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new/delete 사용 여부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CSV 손상 처리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메모리 누수 점검 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2D4C6-8276-4363-BF99-57167CDB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29100"/>
            <a:ext cx="276225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23F"/>
          </a:solidFill>
          <a:ln xmlns:a="http://schemas.openxmlformats.org/drawingml/2006/main">
            <a:solidFill>
              <a:srgbClr val="31546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59CAC-1DA5-49E8-9DE2-071085B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22669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확장성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BB0AD-8E09-49F7-B299-8B2BD462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A00B9-2BD8-41DC-95B7-BC88709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0150"/>
            <a:ext cx="22669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영화 1만 개일 때 병목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인덱스 자료구조 개선</a:t>
            </a:r>
          </a:p>
          <a:p xmlns:a="http://schemas.openxmlformats.org/drawingml/2006/main">
            <a:pPr algn="l">
              <a:def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CE7E6"/>
                </a:solidFill>
                <a:latin typeface="Apple SD Gothic Neo"/>
                <a:ea typeface="Apple SD Gothic Neo"/>
                <a:cs typeface="Apple SD Gothic Neo"/>
              </a:rPr>
              <a:t>캐싱과 Top N 최적화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60E9C-EA4B-4BD0-B32D-ACC9BF7F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29337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7B49"/>
          </a:solidFill>
          <a:ln xmlns:a="http://schemas.openxmlformats.org/drawingml/2006/main">
            <a:solidFill>
              <a:srgbClr val="D17B4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950360-F26F-4906-B694-CCB02BA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767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메시지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802B6-B04E-4377-8083-ED706B1B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53000"/>
            <a:ext cx="21907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기능 추가는 작게 분기하고, 검증은 전체 메뉴 기준으로 반복했습니다.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145E7-89F6-47D9-A77B-C56ECDCE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334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CSE2150 C++ Programming · Movie Recommender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89278-FA55-4355-9F1C-D177318A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7F4E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C82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0902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2026-06-06T13:13:11.0360000Z</dcterms:created>
  <dcterms:modified xsi:type="dcterms:W3CDTF">2026-06-06T13:13:11.0360000Z</dcterms:modified>
</coreProperties>
</file>